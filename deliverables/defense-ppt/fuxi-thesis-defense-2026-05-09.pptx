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开场：一句话说明论文做的是 Fuxi，一个 Rust 本地优先多 Agent 编排平台。
重点不要说“又写了一个框架”，而是强调通讯底座：事件、协议、隔离、观测。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本页把研究问题立住：多 Agent 框架很多，但本地高性能、可审计通讯底座不够。
自然过渡到下一页：本文目标就是把这个底座做成系统。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这一页讲目标和规模，避免一上来钻代码。
数字口径来自论文摘要与总结。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答辩时用这一页解释系统全貌。
强调依赖方向自下而上，A2A 和 EventBus 的边界是论文差异点。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本页是答辩主目录。
后面几页不用把每项都讲成源码讲解，只讲最有区分度的三四个机制。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老师可能会问：既然已有 a2a-rs，为什么还做？回答：不是生态空白，而是与本地编排、事件总线、人工介入语义深度集成。
主动承认：当前是早期 binding，不主张完整 v1.0 兼容。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这一页讲清楚非阻塞事件总线。
如果被问是否丢消息：说明持久化路径拥塞时后台等待，lag sentinel 负责让背压可见；广播路径只负责实时观测。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这一页解释为什么叫玄女—门客。
避免讲成拟人设定，重点是架构分层和事件可审计。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这一页是工程亮点：多 Agent 并发为什么不会互相踩文件。
说明支持 Claude Code 和 Codex 两套差异很大的 headless CLI。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这页不要夸大。强调单机优先，跨节点是已验证扩展点。
主动说局限：更大规模和不可靠链路留待后续。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本页帮你防御“为什么任务只有 10ms sleep”的问题。
回答：这是为了测通讯/编排层上限，真实模型推理另算。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用数字讲，不要泛泛说高性能。
强调这些不是端到端 LLM 吞吐，是剥离推理后的通讯层上限。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讲清楚 p50/p99 的含义。
重点：事件流很快，所以观测端不需要轮询；dispatch 也在可接受范围。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这里回答系统容量问题。
64x100k/s 出现丢帧是边界，不要隐去；主结论是实际负载远低于 sustainable 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这一页要坦诚。
局限说完马上接后续路径，显示你知道边界在哪里。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结束句：感谢老师，欢迎批评指正。
如果追问创新点，回到五项贡献；如果追问性能，回到三页结果。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pic>
        <p:nvPicPr>
          <p:cNvPr id="3" name="Image 0" descr="/Users/e0_7/fuxi/deliverables/defense-ppt/assets/fuxi-defens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7111F">
              <a:alpha val="95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658368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毕业论文答辩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1097280"/>
            <a:ext cx="470916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 AI Agent 的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高性能分布式通讯系统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603504" y="2880360"/>
            <a:ext cx="41148" cy="768096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" y="2880360"/>
            <a:ext cx="4151376" cy="7680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把多 Agent 系统从“演示脚本”推到“可观测、可回放、可审计的日用平台”。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3504" y="5742432"/>
            <a:ext cx="320040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答辩人：以琳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日期：2026 年 5 月 9 日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·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问题：多 Agent 真正难在通讯底座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角色协作本身已经被证明有效，工程化短板出在状态、通讯和可观测性。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154680" cy="1572768"/>
          </a:xfrm>
          <a:prstGeom prst="roundRect">
            <a:avLst>
              <a:gd name="adj" fmla="val 4651"/>
            </a:avLst>
          </a:prstGeom>
          <a:solidFill>
            <a:srgbClr val="111C31"/>
          </a:solidFill>
          <a:ln w="1397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28800"/>
            <a:ext cx="73152" cy="1572768"/>
          </a:xfrm>
          <a:prstGeom prst="rect">
            <a:avLst/>
          </a:prstGeom>
          <a:solidFill>
            <a:srgbClr val="38D5D5"/>
          </a:solidFill>
          <a:ln w="12700">
            <a:solidFill>
              <a:srgbClr val="38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通讯协议不统一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2450592"/>
            <a:ext cx="267919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对象互调难跨进程、跨节点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提供语义，但要和本地事件系统结合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4480560" y="1828800"/>
            <a:ext cx="3154680" cy="1572768"/>
          </a:xfrm>
          <a:prstGeom prst="roundRect">
            <a:avLst>
              <a:gd name="adj" fmla="val 4651"/>
            </a:avLst>
          </a:prstGeom>
          <a:solidFill>
            <a:srgbClr val="111C31"/>
          </a:solidFill>
          <a:ln w="1397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828800"/>
            <a:ext cx="73152" cy="1572768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任务生命周期缺位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36592" y="2450592"/>
            <a:ext cx="267919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执行长、会中断、会等待人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需要显式 Task 状态与人工介入语义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8275320" y="1828800"/>
            <a:ext cx="3154680" cy="1572768"/>
          </a:xfrm>
          <a:prstGeom prst="roundRect">
            <a:avLst>
              <a:gd name="adj" fmla="val 4651"/>
            </a:avLst>
          </a:prstGeom>
          <a:solidFill>
            <a:srgbClr val="111C31"/>
          </a:solidFill>
          <a:ln w="1397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1828800"/>
            <a:ext cx="73152" cy="15727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31352" y="2029968"/>
            <a:ext cx="2697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运行时状态难追踪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31352" y="2450592"/>
            <a:ext cx="2679192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工具调用、子任务、异常必须可回放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事件流必须成为一等公民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1188720" y="4983480"/>
            <a:ext cx="41148" cy="493776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3312" y="4983480"/>
            <a:ext cx="9528048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本文的问题不是“让 Agent 会聊天”，而是让多个 Agent 在本机与跨节点环境中可靠协作。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· TARGET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研究目标与设计假设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Rust、本地优先、事件驱动、可跨节点扩展。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41148" cy="566928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08760"/>
            <a:ext cx="10396728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 Rust 工作区中实现一个本地优先、事件驱动、可观测、可跨节点扩展的多 AI Agent 协作平台。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889504"/>
            <a:ext cx="159105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96112" y="3310128"/>
            <a:ext cx="15910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crate 模块边界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07792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72384" y="2889504"/>
            <a:ext cx="159105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8.25 万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072384" y="3310128"/>
            <a:ext cx="15910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Rust 代码行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84064" y="2743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48656" y="2889504"/>
            <a:ext cx="181965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1363 + 27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248656" y="3310128"/>
            <a:ext cx="1819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单元测试 + 集成测试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79792" y="27432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44384" y="2889504"/>
            <a:ext cx="159105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ERP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644384" y="3310128"/>
            <a:ext cx="15910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真实项目日常验证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56064" y="27432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0656" y="2889504"/>
            <a:ext cx="14996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820656" y="3310128"/>
            <a:ext cx="14996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可独立审视的工程贡献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4617720"/>
            <a:ext cx="1143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设计假设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9808" y="4983480"/>
            <a:ext cx="98755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事件驱动 + 追加式日志，可以同时兼顾吞吐、实时性与可追溯性。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协议语义、事实流、调度边界、执行隔离必须同时成立，少一个就无法日用。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·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总体架构：核心—通讯—编排—执行—观测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是契约语义，EventBus 是事实流；两者正交。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pic>
        <p:nvPicPr>
          <p:cNvPr id="9" name="Image 0" descr="/Users/e0_7/fuxi/deliverables/thesis-v3/figures/drawio/fig-2-1-overall-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417320"/>
            <a:ext cx="6812280" cy="4526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1417320"/>
            <a:ext cx="681228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82128" y="1444752"/>
            <a:ext cx="1371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讲图顺序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900416" y="1828800"/>
            <a:ext cx="352044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底层：fuxi-core 定义 Agent / Task / Workspace / Event。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通讯：fuxi-events 记录事实，fuxi-a2a 承担 Agent 间契约。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编排：玄女维护门客注册表，所有协作经编排层显式记录。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执行：Claude Code / Codex 门客适配 + git worktree 沙箱。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观测：Firehose、WebSocket、SSE、IM 共看同一事件流。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7882128" y="5532120"/>
            <a:ext cx="3456432" cy="310896"/>
          </a:xfrm>
          <a:prstGeom prst="roundRect">
            <a:avLst>
              <a:gd name="adj" fmla="val 23529"/>
            </a:avLst>
          </a:prstGeom>
          <a:solidFill>
            <a:srgbClr val="F59E6B">
              <a:alpha val="16000"/>
            </a:srgbClr>
          </a:solidFill>
          <a:ln w="11430">
            <a:solidFill>
              <a:srgbClr val="F59E6B">
                <a:alpha val="7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5600700"/>
            <a:ext cx="3273552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核心观点：协议不保存事实，事件流不替代协议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· CONTRIBUTIONS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五项贡献：围绕一个命题展开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Agent 间通讯的契约、事实流、调度边界与执行隔离同时做对。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9808" y="1435608"/>
            <a:ext cx="384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53312" y="1581912"/>
            <a:ext cx="685800" cy="0"/>
          </a:xfrm>
          <a:prstGeom prst="line">
            <a:avLst/>
          </a:prstGeom>
          <a:noFill/>
          <a:ln w="12700">
            <a:solidFill>
              <a:srgbClr val="3143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417320"/>
            <a:ext cx="2788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风格协议适配层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120640" y="1435608"/>
            <a:ext cx="5806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五条核心路径；input-required 提升为平台级人工介入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49808" y="2304288"/>
            <a:ext cx="384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53312" y="2450592"/>
            <a:ext cx="685800" cy="0"/>
          </a:xfrm>
          <a:prstGeom prst="line">
            <a:avLst/>
          </a:prstGeom>
          <a:noFill/>
          <a:ln w="12700">
            <a:solidFill>
              <a:srgbClr val="3143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286000"/>
            <a:ext cx="2788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非阻塞事件总线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120640" y="2304288"/>
            <a:ext cx="5806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Tokio broadcast + SQLite WAL；try_send + 后台转交 + lag 哨兵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749808" y="3172968"/>
            <a:ext cx="384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53312" y="3319272"/>
            <a:ext cx="685800" cy="0"/>
          </a:xfrm>
          <a:prstGeom prst="line">
            <a:avLst/>
          </a:prstGeom>
          <a:noFill/>
          <a:ln w="12700">
            <a:solidFill>
              <a:srgbClr val="3143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3154680"/>
            <a:ext cx="2788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玄女—门客分层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20640" y="3172968"/>
            <a:ext cx="5806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用户入口与执行 Agent 解耦；编排层不可绕过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749808" y="4041648"/>
            <a:ext cx="384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353312" y="4187952"/>
            <a:ext cx="685800" cy="0"/>
          </a:xfrm>
          <a:prstGeom prst="line">
            <a:avLst/>
          </a:prstGeom>
          <a:noFill/>
          <a:ln w="12700">
            <a:solidFill>
              <a:srgbClr val="3143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4023360"/>
            <a:ext cx="2788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三层沙箱 × WS 反连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20640" y="4041648"/>
            <a:ext cx="5806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L1/L2/L3 worktree 隔离；编排层可主动控制门客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49808" y="4910328"/>
            <a:ext cx="38404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53312" y="5056632"/>
            <a:ext cx="685800" cy="0"/>
          </a:xfrm>
          <a:prstGeom prst="line">
            <a:avLst/>
          </a:prstGeom>
          <a:noFill/>
          <a:ln w="12700">
            <a:solidFill>
              <a:srgbClr val="3143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4892040"/>
            <a:ext cx="27889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跨节点扩展钩子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20640" y="4910328"/>
            <a:ext cx="580644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DistEnqueuer / NodeLoadProvider 等 trait 注入；HMAC 验签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1143000" y="5897880"/>
            <a:ext cx="41148" cy="384048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07592" y="5897880"/>
            <a:ext cx="9162288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每一项贡献都能被单独评审，但它们最终服务于同一个通讯系统闭环。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· A2A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适配：协议语义进入平台状态机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`input-required` 不只是 wire 字段，而是可观测、可调度的人工介入状态。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00" dirty="0"/>
          </a:p>
        </p:txBody>
      </p:sp>
      <p:pic>
        <p:nvPicPr>
          <p:cNvPr id="9" name="Image 0" descr="/Users/e0_7/fuxi/deliverables/thesis-v3/images/代码3-3-TaskState枚举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417320"/>
            <a:ext cx="5166360" cy="1691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9808" y="1417320"/>
            <a:ext cx="516636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images/算法3-1-SSE帧解析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9808" y="3429000"/>
            <a:ext cx="5166360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9808" y="3429000"/>
            <a:ext cx="51663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46520" y="1481328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实现闭环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46520" y="1828800"/>
            <a:ext cx="47091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 agent discovery、task send、task stream、task query、task cancel 五条主路径。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沿用早期 A2A JSON-RPC binding；论文中明确说明与当前官方 v1.0 尚未完全对齐。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 TASK_STATE_INPUT_REQUIRED 映射到 Task::PendingApproval 与 ShelfStatus::AwaitingInput。</a:t>
            </a:r>
            <a:endParaRPr lang="en-US" sz="1140" dirty="0"/>
          </a:p>
          <a:p>
            <a:pPr marL="177800" indent="-177800"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采用单端点 HTTP + SSE，降低客户端连接管理复杂度。</a:t>
            </a:r>
            <a:endParaRPr lang="en-US" sz="1140" dirty="0"/>
          </a:p>
        </p:txBody>
      </p:sp>
      <p:sp>
        <p:nvSpPr>
          <p:cNvPr id="15" name="Shape 11"/>
          <p:cNvSpPr/>
          <p:nvPr/>
        </p:nvSpPr>
        <p:spPr>
          <a:xfrm>
            <a:off x="6473952" y="4370832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38544" y="4517136"/>
            <a:ext cx="19110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1321 行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638544" y="4937760"/>
            <a:ext cx="19110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fuxi-a2a crate：核心 1063 + 测试 258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988552" y="4370832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53144" y="4517136"/>
            <a:ext cx="191109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路径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9153144" y="4937760"/>
            <a:ext cx="19110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发现、发送、流式订阅、查询、取消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· EVENT BUS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事件总线：实时推送与历史回放共用一套抽象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publish 路径不阻塞调用方，同时让背压变成可见告警。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800" dirty="0"/>
          </a:p>
        </p:txBody>
      </p:sp>
      <p:pic>
        <p:nvPicPr>
          <p:cNvPr id="9" name="Image 0" descr="/Users/e0_7/fuxi/deliverables/thesis-v3/images/代码3-1-EventBus非阻塞publi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89888"/>
            <a:ext cx="5623560" cy="43159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89888"/>
            <a:ext cx="5623560" cy="431596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1389888"/>
            <a:ext cx="12801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三步组合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729984" y="182880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111C31"/>
          </a:solidFill>
          <a:ln w="10160">
            <a:solidFill>
              <a:srgbClr val="3143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1984248"/>
            <a:ext cx="29260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60920" y="1938528"/>
            <a:ext cx="1143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broadcast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12480" y="1956816"/>
            <a:ext cx="2606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零拷贝扇出给实时订阅者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729984" y="278892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111C31"/>
          </a:solidFill>
          <a:ln w="10160">
            <a:solidFill>
              <a:srgbClr val="3143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2944368"/>
            <a:ext cx="29260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360920" y="2898648"/>
            <a:ext cx="1143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try_send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12480" y="2916936"/>
            <a:ext cx="2606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事件投递给异步 writer 落 SQLite WAL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9984" y="3749040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111C31"/>
          </a:solidFill>
          <a:ln w="10160">
            <a:solidFill>
              <a:srgbClr val="3143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3904488"/>
            <a:ext cx="292608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60920" y="3858768"/>
            <a:ext cx="1143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lag sentinel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412480" y="3877056"/>
            <a:ext cx="2606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队列超过阈值 512 时发出可观测告警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729984" y="5166360"/>
            <a:ext cx="41148" cy="493776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94576" y="5166360"/>
            <a:ext cx="4315968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关键取舍：宁可暴露 lag，也不让调用方在 publish() 上被持久化路径拖住。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· ORCHESTRATION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玄女—门客：编排层不可绕过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顶层 Agent 负责对话与调度，工作 Agent 负责执行；所有协作都留下事件。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00" dirty="0"/>
          </a:p>
        </p:txBody>
      </p:sp>
      <p:pic>
        <p:nvPicPr>
          <p:cNvPr id="9" name="Image 0" descr="/Users/e0_7/fuxi/deliverables/thesis-v3/figures/drawio/fig-3-1-execution-lo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325880"/>
            <a:ext cx="5669280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1325880"/>
            <a:ext cx="5669280" cy="44348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1371600"/>
            <a:ext cx="12801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工程边界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20840" y="1764792"/>
            <a:ext cx="443484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玄女是用户对话面唯一入口；门客之间不直接绕过编排层。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publish-then-pump：门客私有事件补齐 task_id / agent_id 后再进入全局 EventBus。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claim_idle_by_role 原子化避免并发派活撞同一门客。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shutdown_agent 对玄女做硬豁免，避免 idle GC 误杀顶层调度 Agent。</a:t>
            </a:r>
            <a:endParaRPr lang="en-US" sz="1120" dirty="0"/>
          </a:p>
        </p:txBody>
      </p:sp>
      <p:pic>
        <p:nvPicPr>
          <p:cNvPr id="13" name="Image 1" descr="/Users/e0_7/fuxi/deliverables/thesis-v3/images/代码3-4-claim_idle原子化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20840" y="4023360"/>
            <a:ext cx="4526280" cy="10241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720840" y="4023360"/>
            <a:ext cx="4526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20840" y="5486400"/>
            <a:ext cx="4535424" cy="310896"/>
          </a:xfrm>
          <a:prstGeom prst="roundRect">
            <a:avLst>
              <a:gd name="adj" fmla="val 23529"/>
            </a:avLst>
          </a:prstGeom>
          <a:solidFill>
            <a:srgbClr val="F59E6B">
              <a:alpha val="16000"/>
            </a:srgbClr>
          </a:solidFill>
          <a:ln w="11430">
            <a:solidFill>
              <a:srgbClr val="F59E6B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12280" y="5554980"/>
            <a:ext cx="435254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答辩句：编排层既不是聊天路由，也不是业务逻辑，而是事实流的边界。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 · EXECUTION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执行隔离：三层沙箱 × WebSocket 反连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headless Agent CLI 接进平台，而不是把平台绑死在某一个 CLI 上。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00" dirty="0"/>
          </a:p>
        </p:txBody>
      </p:sp>
      <p:pic>
        <p:nvPicPr>
          <p:cNvPr id="9" name="Image 0" descr="/Users/e0_7/fuxi/deliverables/thesis-v3/images/代码3-5-CcAgent反连握手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325880"/>
            <a:ext cx="5138928" cy="1920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3232" y="1325880"/>
            <a:ext cx="5138928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images/附录代码A-10-L2_L3沙箱差异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13232" y="3529584"/>
            <a:ext cx="5138928" cy="1874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3232" y="3529584"/>
            <a:ext cx="5138928" cy="18745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00800" y="1481328"/>
            <a:ext cx="1901952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65392" y="1627632"/>
            <a:ext cx="157276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L1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65392" y="2048256"/>
            <a:ext cx="157276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只读视图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轻量查询，不创建任务 worktree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0" y="2505456"/>
            <a:ext cx="1901952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65392" y="2651760"/>
            <a:ext cx="157276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L2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565392" y="3072384"/>
            <a:ext cx="157276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 worktree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并发修改互不干扰，结束后合并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400800" y="3529584"/>
            <a:ext cx="1901952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65392" y="3675888"/>
            <a:ext cx="157276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565392" y="4096512"/>
            <a:ext cx="157276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角色级持久沙箱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复用构建缓存，适合长期角色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8549640" y="1874520"/>
            <a:ext cx="41148" cy="1627632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714232" y="1874520"/>
            <a:ext cx="2441448" cy="1627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WS 反连让编排层能主动 send_message / cancel，打破传统 stdio 只能等门客 poll 的限制。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 · CROSS NODE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跨节点扩展：单机优先，扩展点钩子化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默认单节点完整运行；多节点能力通过 trait 注入，不污染核心编排层。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00" dirty="0"/>
          </a:p>
        </p:txBody>
      </p:sp>
      <p:pic>
        <p:nvPicPr>
          <p:cNvPr id="9" name="Image 0" descr="/Users/e0_7/fuxi/deliverables/thesis-v3/figures/drawio/fig-2-3-cross-n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298448"/>
            <a:ext cx="4983480" cy="434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76656" y="1298448"/>
            <a:ext cx="49834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1371600"/>
            <a:ext cx="12801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关键机制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181344" y="1755648"/>
            <a:ext cx="5166360" cy="1691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Project.host_nodes 标记可执行节点。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auto_pin_from_project 尊重用户显式 @node，自动逻辑不得覆盖显式意图。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节点选择按 inflight / max_concurrency 的饱和度最小化。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HMAC-SHA256 + nonce cache + 常量时间比较，覆盖跨节点请求验签。</a:t>
            </a:r>
            <a:endParaRPr lang="en-US" sz="1150" dirty="0"/>
          </a:p>
        </p:txBody>
      </p:sp>
      <p:pic>
        <p:nvPicPr>
          <p:cNvPr id="13" name="Image 1" descr="/Users/e0_7/fuxi/deliverables/thesis-v3/images/算法3-3-HMAC验签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3840480"/>
            <a:ext cx="5047488" cy="1417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99632" y="3840480"/>
            <a:ext cx="5047488" cy="14173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5669280"/>
            <a:ext cx="4992624" cy="310896"/>
          </a:xfrm>
          <a:prstGeom prst="roundRect">
            <a:avLst>
              <a:gd name="adj" fmla="val 23529"/>
            </a:avLst>
          </a:prstGeom>
          <a:solidFill>
            <a:srgbClr val="F59E6B">
              <a:alpha val="16000"/>
            </a:srgbClr>
          </a:solidFill>
          <a:ln w="11430">
            <a:solidFill>
              <a:srgbClr val="F59E6B">
                <a:alpha val="7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91072" y="5737860"/>
            <a:ext cx="4809744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当前边界：已跑通两节点 sandbox；10+ 节点与不可靠链路故障转移是后续工作。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 ·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实验设计：先隔离 LLM，再测通讯层上限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合成基准测的是编排与通讯路径，不把模型推理时间混进系统指标。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  <p:pic>
        <p:nvPicPr>
          <p:cNvPr id="9" name="Image 0" descr="/Users/e0_7/fuxi/deliverables/thesis-v3/images/表4-1-测试覆盖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35024"/>
            <a:ext cx="5120640" cy="1783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1335024"/>
            <a:ext cx="5120640" cy="17830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images/表4-2-吞吐基线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493008"/>
            <a:ext cx="5120640" cy="16276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" y="3493008"/>
            <a:ext cx="5120640" cy="1627632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27648" y="1389888"/>
            <a:ext cx="10515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方法学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345936" y="1783080"/>
            <a:ext cx="480060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吞吐实验：每任务以 10 ms sleep 模拟，剥离 LLM 推理。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吞吐采用 5-run median；延迟采用 500 样本统计 p50 / p99。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覆盖正确性、实时性、吞吐扩展性、参数敏感性、事件总线压力。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LLM Agent 的端到端吞吐主要受单次推理 1–30 s 主导。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355080" y="416052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19672" y="4306824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cargo test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519672" y="4727448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workspace all-targets 通过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686800" y="416052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851392" y="4306824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8851392" y="4727448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延迟样本统计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 ·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结果一：Worker 扩展性没有在 16 worker 前饱和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worker 达 665 tasks/s；16 worker 达 1288.24 tasks/s。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  <p:pic>
        <p:nvPicPr>
          <p:cNvPr id="9" name="Image 0" descr="/Users/e0_7/fuxi/deliverables/thesis-v3/figures/matplotlib/fig-5-1-scalabil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35024"/>
            <a:ext cx="6537960" cy="2788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335024"/>
            <a:ext cx="6537960" cy="27889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images/表4-3-Worker扩展性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4480560"/>
            <a:ext cx="6537960" cy="11155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0080" y="4480560"/>
            <a:ext cx="6537960" cy="1115568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607808" y="1444752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0" y="1591056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665.00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772400" y="2011680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 worker × 10 ms 合成任务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调度路径吞吐 tasks/s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9902952" y="1444752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067544" y="1591056"/>
            <a:ext cx="133502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1288.24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0067544" y="2011680"/>
            <a:ext cx="13350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worker 配置吞吐 tasks/s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607808" y="274320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72400" y="2889504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80.5–83.1%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7772400" y="3310128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1→16 worker 扩展效率区间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9902952" y="2743200"/>
            <a:ext cx="1664208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067544" y="2889504"/>
            <a:ext cx="1335024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未饱和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10067544" y="3310128"/>
            <a:ext cx="1335024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dispatcher 在该区间不是主瓶颈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7607808" y="4736592"/>
            <a:ext cx="41148" cy="713232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772400" y="4736592"/>
            <a:ext cx="3785616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结论：通讯与调度路径在目标规模内有足够余量，瓶颈主要会转移到真实 LLM 推理。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·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结果二：事件流延迟比派发链路低三个数量级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观测端应当跟得上任务过程，而不是靠轮询追尾。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  <p:pic>
        <p:nvPicPr>
          <p:cNvPr id="9" name="Image 0" descr="/Users/e0_7/fuxi/deliverables/thesis-v3/figures/matplotlib/fig-5-6-e2e-breakdow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" y="1325880"/>
            <a:ext cx="598932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1792" y="1325880"/>
            <a:ext cx="5989320" cy="23317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figures/matplotlib/fig-5-5-event-flow-latenc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" y="4041648"/>
            <a:ext cx="2834640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1792" y="4041648"/>
            <a:ext cx="283464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3" name="Image 2" descr="/Users/e0_7/fuxi/deliverables/thesis-v3/figures/matplotlib/fig-5-4-dispatch-latency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67328" y="4041648"/>
            <a:ext cx="2834640" cy="16916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67328" y="4041648"/>
            <a:ext cx="2834640" cy="16916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059168" y="14630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223760" y="1609344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32.93 ms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7223760" y="2029968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任务派发 p50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含 HTTP / SQLite / 反序列化等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9372600" y="146304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537192" y="1609344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0.08 ms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9537192" y="2029968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事件总线广播 p50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059168" y="2761488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223760" y="2907792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0.26 ms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7223760" y="3328416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事件总线广播 p99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9372600" y="2761488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537192" y="2907792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410×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9537192" y="3328416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event_flow p50 与 dispatch p50 差距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059168" y="4773168"/>
            <a:ext cx="41148" cy="530352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223760" y="4773168"/>
            <a:ext cx="42062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通讯层低延迟的意义：让 Firehose、TUI、PWA 能近实时显示过程事件。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 · RESULTS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结果三：事件总线压力测试给出容量边界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 subscriber × 10k events/s 零丢帧；16 subscriber × 100k events/s 可持续。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  <p:pic>
        <p:nvPicPr>
          <p:cNvPr id="9" name="Image 0" descr="/Users/e0_7/fuxi/deliverables/thesis-v3/figures/matplotlib/fig-5-3-bus-s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35024"/>
            <a:ext cx="6629400" cy="27889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" y="1335024"/>
            <a:ext cx="6629400" cy="278892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pic>
        <p:nvPicPr>
          <p:cNvPr id="11" name="Image 1" descr="/Users/e0_7/fuxi/deliverables/thesis-v3/images/表4-6-事件总线压测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4480560"/>
            <a:ext cx="6629400" cy="10972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8368" y="4480560"/>
            <a:ext cx="6629400" cy="10972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26680" y="1481328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91272" y="1627632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 × 10k/s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891272" y="2048256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持续负载下零丢帧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7726680" y="2779776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891272" y="2926080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6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1.6M events/s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7891272" y="3346704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 sub × 100k/s sustainable 边界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726680" y="4078224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111C31"/>
          </a:solidFill>
          <a:ln w="1524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891272" y="4224528"/>
            <a:ext cx="1728216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7DD3A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个数量级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7891272" y="4645152"/>
            <a:ext cx="17282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高于实际工作负载估算余量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0012680" y="1572768"/>
            <a:ext cx="1298448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payload size 影响很小：small 256B 与 large 4096B 在零丢帧区间 p50/p99 差异不超过 0.1us，符合 Arc clone 扇出模型预期。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34747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 · LIMITS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0408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局限与后续工作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30352" y="1115568"/>
            <a:ext cx="7223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答辩里主动承认边界，比被问住更好。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31520" y="148132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111C31"/>
          </a:solidFill>
          <a:ln w="13970">
            <a:solidFill>
              <a:srgbClr val="F59E6B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1481328"/>
            <a:ext cx="73152" cy="1298448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1682496"/>
            <a:ext cx="4526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A2A 规范跟进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2103120"/>
            <a:ext cx="45079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当前实现沿用早期 JSON-RPC binding；后续补齐 v1.0 PascalCase 与 one-of 互通测试。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355080" y="148132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111C31"/>
          </a:solidFill>
          <a:ln w="13970">
            <a:solidFill>
              <a:srgbClr val="38D5D5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481328"/>
            <a:ext cx="73152" cy="1298448"/>
          </a:xfrm>
          <a:prstGeom prst="rect">
            <a:avLst/>
          </a:prstGeom>
          <a:solidFill>
            <a:srgbClr val="38D5D5"/>
          </a:solidFill>
          <a:ln w="12700">
            <a:solidFill>
              <a:srgbClr val="38D5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11112" y="1682496"/>
            <a:ext cx="4526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安全模型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1112" y="2103120"/>
            <a:ext cx="45079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 worktree sandbox 与跨节点 HMAC；工具授权、数据访问控制、提示注入仍需统一策略。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31520" y="335584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111C31"/>
          </a:solidFill>
          <a:ln w="13970">
            <a:solidFill>
              <a:srgbClr val="7DD3A8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55848"/>
            <a:ext cx="73152" cy="1298448"/>
          </a:xfrm>
          <a:prstGeom prst="rect">
            <a:avLst/>
          </a:prstGeom>
          <a:solidFill>
            <a:srgbClr val="7DD3A8"/>
          </a:solidFill>
          <a:ln w="12700">
            <a:solidFill>
              <a:srgbClr val="7DD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557016"/>
            <a:ext cx="4526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分布式一致性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87552" y="3977640"/>
            <a:ext cx="45079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两节点 sandbox 已跑通；更大节点数、不可靠链路与故障转移尚未充分验证。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355080" y="3355848"/>
            <a:ext cx="4983480" cy="1298448"/>
          </a:xfrm>
          <a:prstGeom prst="roundRect">
            <a:avLst>
              <a:gd name="adj" fmla="val 5634"/>
            </a:avLst>
          </a:prstGeom>
          <a:solidFill>
            <a:srgbClr val="111C31"/>
          </a:solidFill>
          <a:ln w="1397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355848"/>
            <a:ext cx="73152" cy="1298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3557016"/>
            <a:ext cx="4526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适配生态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11112" y="3977640"/>
            <a:ext cx="4507992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已接 Claude Code / Codex；后续抽象更通用的 Agent CLI 适配框架。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1097280" y="5687568"/>
            <a:ext cx="41148" cy="438912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5687568"/>
            <a:ext cx="9710928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路线没有因答辩结束而停止：论文记录的是 Fuxi v1/v2 阶段的工程化证据。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85800"/>
            <a:ext cx="20574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Q&amp;A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1298448"/>
            <a:ext cx="23774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D5D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谢谢各位老师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41148" cy="1371600"/>
          </a:xfrm>
          <a:prstGeom prst="rect">
            <a:avLst/>
          </a:prstGeom>
          <a:solidFill>
            <a:srgbClr val="F59E6B"/>
          </a:solidFill>
          <a:ln w="12700">
            <a:solidFill>
              <a:srgbClr val="F59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331720"/>
            <a:ext cx="4590288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的差异化不在于“最快的 Agent 框架”，而在于把通讯底座从应用流程中显式剥离出来：事件流可观测可回放，协议层可独立部署，执行层可隔离扩展。</a:t>
            </a:r>
            <a:endParaRPr lang="en-US" sz="1500" dirty="0"/>
          </a:p>
        </p:txBody>
      </p:sp>
      <p:pic>
        <p:nvPicPr>
          <p:cNvPr id="7" name="Image 0" descr="/Users/e0_7/fuxi/deliverables/thesis-v3/figures/drawio/fig-1-1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143000"/>
            <a:ext cx="5394960" cy="4526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89320" y="1143000"/>
            <a:ext cx="5394960" cy="452628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31435F">
                <a:alpha val="8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8890">
            <a:solidFill>
              <a:srgbClr val="31435F">
                <a:alpha val="7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BA8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Fuxi 毕业论文答辩 · 2026-05-09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92840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Fuxi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Fuxi 毕业论文答辩</dc:title>
  <dc:subject>基于 AI Agent 的高性能分布式通讯系统</dc:subject>
  <dc:creator>以琳</dc:creator>
  <cp:lastModifiedBy>以琳</cp:lastModifiedBy>
  <cp:revision>1</cp:revision>
  <dcterms:created xsi:type="dcterms:W3CDTF">2026-05-08T14:01:22Z</dcterms:created>
  <dcterms:modified xsi:type="dcterms:W3CDTF">2026-05-08T14:01:22Z</dcterms:modified>
</cp:coreProperties>
</file>